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takes to run AI in production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layers you need — and why each one is hard to build yourself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468880" y="12344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REQUIRED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1234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HARD TO DIY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0"/>
          </a:xfrm>
          <a:prstGeom prst="line">
            <a:avLst/>
          </a:prstGeom>
          <a:noFill/>
          <a:ln w="9525">
            <a:solidFill>
              <a:srgbClr val="C8C4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627632"/>
            <a:ext cx="8503920" cy="676656"/>
          </a:xfrm>
          <a:prstGeom prst="rect">
            <a:avLst/>
          </a:prstGeom>
          <a:solidFill>
            <a:srgbClr val="E8E4D8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91640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5A5A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91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Post-trained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1645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trained on production troubleshooting, not general-purpose LLMs. Reason about causality, cite evidence, don't anchor on first signal.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742432" y="1737360"/>
            <a:ext cx="36576" cy="457200"/>
          </a:xfrm>
          <a:prstGeom prst="rect">
            <a:avLst/>
          </a:prstGeom>
          <a:solidFill>
            <a:srgbClr val="9B3B3B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1645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LLMs aren't trained on this domain. Custom post-training + eval harnesses + retuning every 3-6 months when models change.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404872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6B6B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4048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23591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that reason across logs, metrics, code, and deploys simultaneously. Multi-step investigation, not shallow pattern matching.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42432" y="2450592"/>
            <a:ext cx="36576" cy="457200"/>
          </a:xfrm>
          <a:prstGeom prst="rect">
            <a:avLst/>
          </a:prstGeom>
          <a:solidFill>
            <a:srgbClr val="9B3B3B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0" y="235915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agents hit a ceiling at 1-level reasoning. Real incidents cross systems, root cause is layers deep. Orchestration is unsolved for most teams.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054096"/>
            <a:ext cx="8503920" cy="676656"/>
          </a:xfrm>
          <a:prstGeom prst="rect">
            <a:avLst/>
          </a:prstGeom>
          <a:solidFill>
            <a:srgbClr val="E8E4D8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18104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7C7C1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1810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68880" y="307238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when to act, when to ask, when to say 'not yet.' Tuned to your risk tolerance. Human-in-the-loop where it matters.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42432" y="3163824"/>
            <a:ext cx="36576" cy="457200"/>
          </a:xfrm>
          <a:prstGeom prst="rect">
            <a:avLst/>
          </a:prstGeom>
          <a:solidFill>
            <a:srgbClr val="9B3B3B"/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0" y="307238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judgment right per environment takes months of tuning. One wrong action during a live incident makes things worse.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831336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8B8B3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83133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68880" y="378561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understanding of services, owners, dependencies, topology, tribal knowledge. Not just data access — comprehension of how things connect.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42432" y="3877056"/>
            <a:ext cx="36576" cy="457200"/>
          </a:xfrm>
          <a:prstGeom prst="rect">
            <a:avLst/>
          </a:prstGeom>
          <a:solidFill>
            <a:srgbClr val="9B3B3B"/>
          </a:solidFill>
          <a:ln/>
        </p:spPr>
      </p:sp>
      <p:sp>
        <p:nvSpPr>
          <p:cNvPr id="29" name="Text 27"/>
          <p:cNvSpPr/>
          <p:nvPr/>
        </p:nvSpPr>
        <p:spPr>
          <a:xfrm>
            <a:off x="5852160" y="378561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this, agents explore irrelevant data and miss true cause. Maintaining a live graph across a changing architecture is a full-time investment.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4480560"/>
            <a:ext cx="8503920" cy="676656"/>
          </a:xfrm>
          <a:prstGeom prst="rect">
            <a:avLst/>
          </a:prstGeom>
          <a:solidFill>
            <a:srgbClr val="E8E4D8">
              <a:alpha val="5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544568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9A9A40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5445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468880" y="44988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evaluation loop. Know when accuracy regresses. Measure whether changes improve or degrade. Learn from every interaction.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742432" y="4590288"/>
            <a:ext cx="36576" cy="457200"/>
          </a:xfrm>
          <a:prstGeom prst="rect">
            <a:avLst/>
          </a:prstGeom>
          <a:solidFill>
            <a:srgbClr val="9B3B3B"/>
          </a:solidFill>
          <a:ln/>
        </p:spPr>
      </p:sp>
      <p:sp>
        <p:nvSpPr>
          <p:cNvPr id="35" name="Text 33"/>
          <p:cNvSpPr/>
          <p:nvPr/>
        </p:nvSpPr>
        <p:spPr>
          <a:xfrm>
            <a:off x="5852160" y="44988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evals, teams change things blind. A prompt tweak breaks old cases. New model ships, behavior regresses, no one knows until it's too late.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53492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5F3EC"/>
          </a:solidFill>
          <a:ln w="9525">
            <a:solidFill>
              <a:srgbClr val="D8D4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5349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is a team-sized engineering investment. </a:t>
            </a:r>
            <a:pPr algn="ctr" indent="0" marL="0">
              <a:buNone/>
            </a:pPr>
            <a:r>
              <a:rPr lang="en-US" sz="1100" b="1" dirty="0">
                <a:solidFill>
                  <a:srgbClr val="6B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 they are a company.</a:t>
            </a:r>
            <a:pPr algn="ctr" indent="0" marL="0">
              <a:buNone/>
            </a:pPr>
            <a:r>
              <a:rPr lang="en-US" sz="11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That's what Resolve built — so you don't have to.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503920" y="4846320"/>
            <a:ext cx="128016" cy="128016"/>
          </a:xfrm>
          <a:prstGeom prst="rect">
            <a:avLst/>
          </a:prstGeom>
          <a:solidFill>
            <a:srgbClr val="C8E600"/>
          </a:solidFill>
          <a:ln/>
        </p:spPr>
      </p:sp>
      <p:sp>
        <p:nvSpPr>
          <p:cNvPr id="39" name="Text 37"/>
          <p:cNvSpPr/>
          <p:nvPr/>
        </p:nvSpPr>
        <p:spPr>
          <a:xfrm>
            <a:off x="7498080" y="48280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6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Resolve.ai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it takes to run AI in production</dc:title>
  <dc:subject>PptxGenJS Presentation</dc:subject>
  <dc:creator>Resolve AI</dc:creator>
  <cp:lastModifiedBy>Resolve AI</cp:lastModifiedBy>
  <cp:revision>1</cp:revision>
  <dcterms:created xsi:type="dcterms:W3CDTF">2026-04-13T21:46:10Z</dcterms:created>
  <dcterms:modified xsi:type="dcterms:W3CDTF">2026-04-13T21:46:10Z</dcterms:modified>
</cp:coreProperties>
</file>