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co-creators of OpenTelemetry and leading AI researchers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046720" y="1371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trust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us?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5F2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00584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5F2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100584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5F2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14300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143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Builders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14300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143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Researchers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14300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143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Trusted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16916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[Founder photo]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1691640"/>
            <a:ext cx="1188720" cy="822960"/>
          </a:xfrm>
          <a:prstGeom prst="roundRect">
            <a:avLst>
              <a:gd name="adj" fmla="val 6667"/>
            </a:avLst>
          </a:prstGeom>
          <a:ln w="9525">
            <a:solidFill>
              <a:srgbClr val="D0CC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Spiros Xanthos, CEO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Mayank Agrawal, CTO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yrs in Dev Tools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Observability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2651760"/>
            <a:ext cx="2240280" cy="0"/>
          </a:xfrm>
          <a:prstGeom prst="line">
            <a:avLst/>
          </a:prstGeom>
          <a:noFill/>
          <a:ln w="9525">
            <a:solidFill>
              <a:srgbClr val="D8D4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7889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Co-created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2953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OpenTelemetry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open-source standard for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data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" y="3611880"/>
            <a:ext cx="2240280" cy="0"/>
          </a:xfrm>
          <a:prstGeom prst="line">
            <a:avLst/>
          </a:prstGeom>
          <a:noFill/>
          <a:ln w="9525">
            <a:solidFill>
              <a:srgbClr val="D8D4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$150M+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020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at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 valuation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1691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70+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3429000" y="2194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&amp; researchers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on AI for prod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2697480"/>
            <a:ext cx="2240280" cy="0"/>
          </a:xfrm>
          <a:prstGeom prst="line">
            <a:avLst/>
          </a:prstGeom>
          <a:noFill/>
          <a:ln w="9525">
            <a:solidFill>
              <a:srgbClr val="D8D4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47288" y="2889504"/>
            <a:ext cx="91440" cy="91440"/>
          </a:xfrm>
          <a:prstGeom prst="ellipse">
            <a:avLst/>
          </a:prstGeom>
          <a:solidFill>
            <a:srgbClr val="6B6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28346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DeepMind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11880" y="303580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of Deep Research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47288" y="3392424"/>
            <a:ext cx="91440" cy="91440"/>
          </a:xfrm>
          <a:prstGeom prst="ellipse">
            <a:avLst/>
          </a:prstGeom>
          <a:solidFill>
            <a:srgbClr val="6B6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3375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11880" y="35387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post-training leads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47288" y="3895344"/>
            <a:ext cx="91440" cy="91440"/>
          </a:xfrm>
          <a:prstGeom prst="ellipse">
            <a:avLst/>
          </a:prstGeom>
          <a:solidFill>
            <a:srgbClr val="6B6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38404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11880" y="40416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observability business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29000" y="4251960"/>
            <a:ext cx="2240280" cy="0"/>
          </a:xfrm>
          <a:prstGeom prst="line">
            <a:avLst/>
          </a:prstGeom>
          <a:noFill/>
          <a:ln w="9525">
            <a:solidFill>
              <a:srgbClr val="D8D4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4343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97764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DeepMind &amp;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SuperIntelligence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in complex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environments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219456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64680" y="219456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DOORDASH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711440" y="219456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zscaler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17920" y="251460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964680" y="251460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11440" y="251460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217920" y="283464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964680" y="283464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millennium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711440" y="283464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MSCI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17920" y="315468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964680" y="315468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711440" y="315468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217920" y="347472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GAMETIME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964680" y="347472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upwind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711440" y="347472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17920" y="379476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Fireworks AI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964680" y="379476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veza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711440" y="3794760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GUIDEWIRE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77240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Resolve.ai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2026-04-14T22:56:39Z</dcterms:created>
  <dcterms:modified xsi:type="dcterms:W3CDTF">2026-04-14T22:56:39Z</dcterms:modified>
</cp:coreProperties>
</file>