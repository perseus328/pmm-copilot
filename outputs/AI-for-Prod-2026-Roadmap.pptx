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8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AI for prod is heading in 2026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new outcomes Resolve AI will deliver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949440" y="658368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8B4513"/>
          </a:solidFill>
          <a:ln/>
        </p:spPr>
      </p:sp>
      <p:sp>
        <p:nvSpPr>
          <p:cNvPr id="5" name="Text 3"/>
          <p:cNvSpPr/>
          <p:nvPr/>
        </p:nvSpPr>
        <p:spPr>
          <a:xfrm>
            <a:off x="7150608" y="6400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MTTR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949440" y="896112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2D6B2D"/>
          </a:solidFill>
          <a:ln/>
        </p:spPr>
      </p:sp>
      <p:sp>
        <p:nvSpPr>
          <p:cNvPr id="7" name="Text 5"/>
          <p:cNvSpPr/>
          <p:nvPr/>
        </p:nvSpPr>
        <p:spPr>
          <a:xfrm>
            <a:off x="7150608" y="87782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On-call fatigue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949440" y="1133856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5A3D7A"/>
          </a:solidFill>
          <a:ln/>
        </p:spPr>
      </p:sp>
      <p:sp>
        <p:nvSpPr>
          <p:cNvPr id="9" name="Text 7"/>
          <p:cNvSpPr/>
          <p:nvPr/>
        </p:nvSpPr>
        <p:spPr>
          <a:xfrm>
            <a:off x="7150608" y="11155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prod work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097280"/>
            <a:ext cx="2606040" cy="1920240"/>
          </a:xfrm>
          <a:prstGeom prst="roundRect">
            <a:avLst>
              <a:gd name="adj" fmla="val 2857"/>
            </a:avLst>
          </a:prstGeom>
          <a:solidFill>
            <a:srgbClr val="F0EDE2"/>
          </a:solidFill>
          <a:ln w="6350">
            <a:solidFill>
              <a:srgbClr val="8B4513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097280"/>
            <a:ext cx="2606040" cy="54864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1225296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 quality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" y="1536192"/>
            <a:ext cx="1188720" cy="201168"/>
          </a:xfrm>
          <a:prstGeom prst="roundRect">
            <a:avLst>
              <a:gd name="adj" fmla="val 18182"/>
            </a:avLst>
          </a:prstGeom>
          <a:solidFill>
            <a:srgbClr val="C8E600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15361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MTTR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21792" y="182880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teams:  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agent orchestrates, parallel investigators pursue hypotheses simultaneously, verifier validates findings before delivery.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1792" y="2359152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Workbench:  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Engineers see what each agent is doing and redirect investigations in real time.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27832" y="1097280"/>
            <a:ext cx="2606040" cy="1920240"/>
          </a:xfrm>
          <a:prstGeom prst="roundRect">
            <a:avLst>
              <a:gd name="adj" fmla="val 2857"/>
            </a:avLst>
          </a:prstGeom>
          <a:solidFill>
            <a:srgbClr val="EBF0E8"/>
          </a:solidFill>
          <a:ln w="6350">
            <a:solidFill>
              <a:srgbClr val="2D6B2D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27832" y="1097280"/>
            <a:ext cx="2606040" cy="54864"/>
          </a:xfrm>
          <a:prstGeom prst="rect">
            <a:avLst/>
          </a:prstGeom>
          <a:solidFill>
            <a:srgbClr val="2D6B2D"/>
          </a:solidFill>
          <a:ln/>
        </p:spPr>
      </p:sp>
      <p:sp>
        <p:nvSpPr>
          <p:cNvPr id="19" name="Text 17"/>
          <p:cNvSpPr/>
          <p:nvPr/>
        </p:nvSpPr>
        <p:spPr>
          <a:xfrm>
            <a:off x="3392424" y="1225296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Closed-loop actions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392424" y="1536192"/>
            <a:ext cx="1188720" cy="201168"/>
          </a:xfrm>
          <a:prstGeom prst="roundRect">
            <a:avLst>
              <a:gd name="adj" fmla="val 18182"/>
            </a:avLst>
          </a:prstGeom>
          <a:solidFill>
            <a:srgbClr val="C8E600"/>
          </a:solidFill>
          <a:ln/>
        </p:spPr>
      </p:sp>
      <p:sp>
        <p:nvSpPr>
          <p:cNvPr id="21" name="Text 19"/>
          <p:cNvSpPr/>
          <p:nvPr/>
        </p:nvSpPr>
        <p:spPr>
          <a:xfrm>
            <a:off x="3392424" y="15361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On-call fatigue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392424" y="182880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silencing:  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Suppresses noise automatically so engineers focus on real issues.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92424" y="2359152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+ commit reverts:  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 automated remediation from findings. Identifies bad deploys and reverts autonomously — engineers approve, not execute.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998464" y="1097280"/>
            <a:ext cx="2606040" cy="1920240"/>
          </a:xfrm>
          <a:prstGeom prst="roundRect">
            <a:avLst>
              <a:gd name="adj" fmla="val 2857"/>
            </a:avLst>
          </a:prstGeom>
          <a:solidFill>
            <a:srgbClr val="EDE8F0"/>
          </a:solidFill>
          <a:ln w="6350">
            <a:solidFill>
              <a:srgbClr val="5A3D7A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98464" y="1097280"/>
            <a:ext cx="2606040" cy="54864"/>
          </a:xfrm>
          <a:prstGeom prst="rect">
            <a:avLst/>
          </a:prstGeom>
          <a:solidFill>
            <a:srgbClr val="5A3D7A"/>
          </a:solidFill>
          <a:ln/>
        </p:spPr>
      </p:sp>
      <p:sp>
        <p:nvSpPr>
          <p:cNvPr id="26" name="Text 24"/>
          <p:cNvSpPr/>
          <p:nvPr/>
        </p:nvSpPr>
        <p:spPr>
          <a:xfrm>
            <a:off x="6163056" y="1225296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work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163056" y="1536192"/>
            <a:ext cx="1188720" cy="201168"/>
          </a:xfrm>
          <a:prstGeom prst="roundRect">
            <a:avLst>
              <a:gd name="adj" fmla="val 18182"/>
            </a:avLst>
          </a:prstGeom>
          <a:solidFill>
            <a:srgbClr val="C8E600"/>
          </a:solidFill>
          <a:ln/>
        </p:spPr>
      </p:sp>
      <p:sp>
        <p:nvSpPr>
          <p:cNvPr id="28" name="Text 26"/>
          <p:cNvSpPr/>
          <p:nvPr/>
        </p:nvSpPr>
        <p:spPr>
          <a:xfrm>
            <a:off x="6163056" y="15361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prod work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163056" y="182880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monitoring:  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Watches every rollout for anomalies and investigates before an alert fires.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163056" y="2359152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workflows:  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Proactive, time-triggered checks on a cadence — not in response to a page.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842516" y="3182112"/>
            <a:ext cx="2606040" cy="1920240"/>
          </a:xfrm>
          <a:prstGeom prst="roundRect">
            <a:avLst>
              <a:gd name="adj" fmla="val 2857"/>
            </a:avLst>
          </a:prstGeom>
          <a:solidFill>
            <a:srgbClr val="EDE8F0"/>
          </a:solidFill>
          <a:ln w="6350">
            <a:solidFill>
              <a:srgbClr val="5A3D7A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42516" y="3182112"/>
            <a:ext cx="2606040" cy="54864"/>
          </a:xfrm>
          <a:prstGeom prst="rect">
            <a:avLst/>
          </a:prstGeom>
          <a:solidFill>
            <a:srgbClr val="5A3D7A"/>
          </a:solidFill>
          <a:ln/>
        </p:spPr>
      </p:sp>
      <p:sp>
        <p:nvSpPr>
          <p:cNvPr id="33" name="Text 31"/>
          <p:cNvSpPr/>
          <p:nvPr/>
        </p:nvSpPr>
        <p:spPr>
          <a:xfrm>
            <a:off x="2007108" y="3310128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Extensible platform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007108" y="3621024"/>
            <a:ext cx="1188720" cy="201168"/>
          </a:xfrm>
          <a:prstGeom prst="roundRect">
            <a:avLst>
              <a:gd name="adj" fmla="val 18182"/>
            </a:avLst>
          </a:prstGeom>
          <a:solidFill>
            <a:srgbClr val="C8E600"/>
          </a:solidFill>
          <a:ln/>
        </p:spPr>
      </p:sp>
      <p:sp>
        <p:nvSpPr>
          <p:cNvPr id="35" name="Text 33"/>
          <p:cNvSpPr/>
          <p:nvPr/>
        </p:nvSpPr>
        <p:spPr>
          <a:xfrm>
            <a:off x="2007108" y="362102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prod work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007108" y="3913632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as a skill or agent:  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Agent-to-agent interoperability. Works alongside other agents in the stack, not as a silo.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007108" y="4443984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as an MCP:  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capabilities that plug into existing engineering toolchains.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13148" y="3182112"/>
            <a:ext cx="2606040" cy="1920240"/>
          </a:xfrm>
          <a:prstGeom prst="roundRect">
            <a:avLst>
              <a:gd name="adj" fmla="val 2857"/>
            </a:avLst>
          </a:prstGeom>
          <a:solidFill>
            <a:srgbClr val="F0EDE2"/>
          </a:solidFill>
          <a:ln w="6350">
            <a:solidFill>
              <a:srgbClr val="8B4513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13148" y="3182112"/>
            <a:ext cx="2606040" cy="54864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40" name="Text 38"/>
          <p:cNvSpPr/>
          <p:nvPr/>
        </p:nvSpPr>
        <p:spPr>
          <a:xfrm>
            <a:off x="4777740" y="3310128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improvement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777740" y="3621024"/>
            <a:ext cx="1188720" cy="201168"/>
          </a:xfrm>
          <a:prstGeom prst="roundRect">
            <a:avLst>
              <a:gd name="adj" fmla="val 18182"/>
            </a:avLst>
          </a:prstGeom>
          <a:solidFill>
            <a:srgbClr val="C8E600"/>
          </a:solidFill>
          <a:ln/>
        </p:spPr>
      </p:sp>
      <p:sp>
        <p:nvSpPr>
          <p:cNvPr id="42" name="Text 40"/>
          <p:cNvSpPr/>
          <p:nvPr/>
        </p:nvSpPr>
        <p:spPr>
          <a:xfrm>
            <a:off x="4777740" y="362102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MTTR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777740" y="3913632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learning loop:  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after every investigation. Proposes knowledge updates without manual input.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777740" y="4443984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evals &amp; post-training:  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eval creation, working toward first production model in 2-3 months.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503920" y="4846320"/>
            <a:ext cx="128016" cy="128016"/>
          </a:xfrm>
          <a:prstGeom prst="rect">
            <a:avLst/>
          </a:prstGeom>
          <a:solidFill>
            <a:srgbClr val="C8E600"/>
          </a:solidFill>
          <a:ln/>
        </p:spPr>
      </p:sp>
      <p:sp>
        <p:nvSpPr>
          <p:cNvPr id="46" name="Text 44"/>
          <p:cNvSpPr/>
          <p:nvPr/>
        </p:nvSpPr>
        <p:spPr>
          <a:xfrm>
            <a:off x="7498080" y="48280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6B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Resolve.ai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Where AI for prod is heading in 2026</dc:title>
  <dc:subject>PptxGenJS Presentation</dc:subject>
  <dc:creator>Resolve AI</dc:creator>
  <cp:lastModifiedBy>Resolve AI</cp:lastModifiedBy>
  <cp:revision>1</cp:revision>
  <dcterms:created xsi:type="dcterms:W3CDTF">2026-04-14T00:18:33Z</dcterms:created>
  <dcterms:modified xsi:type="dcterms:W3CDTF">2026-04-14T00:18:33Z</dcterms:modified>
</cp:coreProperties>
</file>