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STORY: PRODUCTION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Coinbase unified its incident response through an AI-powered production workforce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926080" cy="54864"/>
          </a:xfrm>
          <a:prstGeom prst="rect">
            <a:avLst/>
          </a:prstGeom>
          <a:solidFill>
            <a:srgbClr val="C25B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Human-led Incident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K8s clusters, 200+ teams, billions of logs daily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 across Datadog, PagerDuty, logs, traces, runbooks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SEV1/2 MTTR: 180 minutes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runbooks, alert noise, 2 AM war rooms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senior engineers could navigate complexity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74320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023360" y="146304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1463040"/>
            <a:ext cx="292608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519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with Resolve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06240" y="22860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 first — zero noise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incident channels with hypotheses + confidence scores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adoption — teams pulled Resolve in themselves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teams onboarded every 2 weeks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used beyond incidents: logs, cost, runbooks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to 400+ engineers company-wide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408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40880" y="187452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5F2E8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0408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root cause detection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040880" y="283464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5F2E8"/>
          </a:solidFill>
          <a:ln/>
        </p:spPr>
      </p:sp>
      <p:sp>
        <p:nvSpPr>
          <p:cNvPr id="21" name="Text 18"/>
          <p:cNvSpPr/>
          <p:nvPr/>
        </p:nvSpPr>
        <p:spPr>
          <a:xfrm>
            <a:off x="70408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min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04088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 hours on major incidents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040880" y="379476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F5F2E8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0" y="3831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+200%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40880" y="41239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001000" y="379476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F5F2E8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0" y="3831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+94%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001000" y="41239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0" y="4526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6B6B00"/>
          </a:solidFill>
          <a:ln/>
        </p:spPr>
      </p:sp>
      <p:sp>
        <p:nvSpPr>
          <p:cNvPr id="30" name="Text 27"/>
          <p:cNvSpPr/>
          <p:nvPr/>
        </p:nvSpPr>
        <p:spPr>
          <a:xfrm>
            <a:off x="704088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  •  83 weekly active engineers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4507992"/>
            <a:ext cx="45720" cy="457200"/>
          </a:xfrm>
          <a:prstGeom prst="rect">
            <a:avLst/>
          </a:prstGeom>
          <a:solidFill>
            <a:srgbClr val="6B6B00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4480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Gets work done 95% of the time. By the time I get to my desk, Resolve already has it.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Simple Trade Team, Coinbase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89520" y="47731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8E6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Coinbase Customer Story</dc:title>
  <dc:subject>PptxGenJS Presentation</dc:subject>
  <dc:creator>Resolve AI</dc:creator>
  <cp:lastModifiedBy>Resolve AI</cp:lastModifiedBy>
  <cp:revision>1</cp:revision>
  <dcterms:created xsi:type="dcterms:W3CDTF">2026-04-13T16:19:36Z</dcterms:created>
  <dcterms:modified xsi:type="dcterms:W3CDTF">2026-04-13T16:19:36Z</dcterms:modified>
</cp:coreProperties>
</file>