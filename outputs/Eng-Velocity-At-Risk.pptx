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velocity is at risk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code is shipping faster — but production can’t keep 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anything?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82980" y="10058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298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08276" y="850392"/>
            <a:ext cx="402336" cy="40233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8276" y="850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57500" y="10058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750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82796" y="850392"/>
            <a:ext cx="402336" cy="40233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2796" y="850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2020" y="10058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202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57316" y="850392"/>
            <a:ext cx="402336" cy="40233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57316" y="850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06540" y="10058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6540" y="1005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31836" y="850392"/>
            <a:ext cx="402336" cy="40233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1836" y="850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2306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9758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7210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4662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31897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91125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50354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09582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8811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8039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87268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46497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05725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64954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4182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83411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2639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01868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1097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20325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79554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38782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98011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7239" y="19728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31897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91125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50354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09582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8811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8039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87268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46497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05725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64954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24182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83411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42639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01868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61097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20325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79554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38782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98011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57239" y="21442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31897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491125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50354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09582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68811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28039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87268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46497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005725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64954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24182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83411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42639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01868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61097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20325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79554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38782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598011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957239" y="23157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31897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491125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850354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09582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68811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928039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87268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46497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05725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64954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24182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83411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42639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01868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61097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520325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79554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238782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598011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957239" y="24871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31897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491125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850354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209582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568811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928039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87268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646497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005725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64954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24182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083411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442639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01868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161097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520325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879554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238782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598011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57239" y="26586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31897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491125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850354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209582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568811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928039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287268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646497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005725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364954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24182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83411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442639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801868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161097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520325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879554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238782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598011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957239" y="283006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31897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491125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850354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209582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568811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928039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87268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46497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005725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364954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724182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083411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442639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01868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61097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520325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879554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238782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598011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57239" y="3001518"/>
            <a:ext cx="54864" cy="54864"/>
          </a:xfrm>
          <a:prstGeom prst="ellipse">
            <a:avLst/>
          </a:prstGeom>
          <a:solidFill>
            <a:srgbClr val="C8C2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531620" y="2308860"/>
            <a:ext cx="6080760" cy="411480"/>
          </a:xfrm>
          <a:prstGeom prst="rect">
            <a:avLst/>
          </a:prstGeom>
          <a:solidFill>
            <a:srgbClr val="EDE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800100" y="2308860"/>
            <a:ext cx="7543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 BOTTLENECK</a:t>
            </a:r>
            <a:endParaRPr lang="en-US" sz="1700" dirty="0"/>
          </a:p>
        </p:txBody>
      </p:sp>
      <p:sp>
        <p:nvSpPr>
          <p:cNvPr id="168" name="Text 166"/>
          <p:cNvSpPr/>
          <p:nvPr/>
        </p:nvSpPr>
        <p:spPr>
          <a:xfrm>
            <a:off x="1623060" y="32186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69" name="Text 167"/>
          <p:cNvSpPr/>
          <p:nvPr/>
        </p:nvSpPr>
        <p:spPr>
          <a:xfrm>
            <a:off x="3497580" y="32186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70" name="Text 168"/>
          <p:cNvSpPr/>
          <p:nvPr/>
        </p:nvSpPr>
        <p:spPr>
          <a:xfrm>
            <a:off x="5372100" y="32186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71" name="Text 169"/>
          <p:cNvSpPr/>
          <p:nvPr/>
        </p:nvSpPr>
        <p:spPr>
          <a:xfrm>
            <a:off x="7246620" y="32186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72" name="Shape 170"/>
          <p:cNvSpPr/>
          <p:nvPr/>
        </p:nvSpPr>
        <p:spPr>
          <a:xfrm>
            <a:off x="982980" y="3493008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CE8D8"/>
          </a:solidFill>
          <a:ln w="12700">
            <a:solidFill>
              <a:srgbClr val="D0503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82980" y="34930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Investigated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2189988" y="3328416"/>
            <a:ext cx="438912" cy="438912"/>
          </a:xfrm>
          <a:prstGeom prst="ellipse">
            <a:avLst/>
          </a:prstGeom>
          <a:solidFill>
            <a:srgbClr val="D05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18998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2857500" y="3493008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CE8D8"/>
          </a:solidFill>
          <a:ln w="12700">
            <a:solidFill>
              <a:srgbClr val="D0503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2857500" y="34930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4064508" y="3328416"/>
            <a:ext cx="438912" cy="438912"/>
          </a:xfrm>
          <a:prstGeom prst="ellipse">
            <a:avLst/>
          </a:prstGeom>
          <a:solidFill>
            <a:srgbClr val="D05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06450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4732020" y="3493008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CE8D8"/>
          </a:solidFill>
          <a:ln w="12700">
            <a:solidFill>
              <a:srgbClr val="D0503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732020" y="34930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5939028" y="3328416"/>
            <a:ext cx="438912" cy="438912"/>
          </a:xfrm>
          <a:prstGeom prst="ellipse">
            <a:avLst/>
          </a:prstGeom>
          <a:solidFill>
            <a:srgbClr val="D05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93902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6606540" y="3493008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CE8D8"/>
          </a:solidFill>
          <a:ln w="12700">
            <a:solidFill>
              <a:srgbClr val="D0503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606540" y="349300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1000" dirty="0"/>
          </a:p>
        </p:txBody>
      </p:sp>
      <p:sp>
        <p:nvSpPr>
          <p:cNvPr id="186" name="Shape 184"/>
          <p:cNvSpPr/>
          <p:nvPr/>
        </p:nvSpPr>
        <p:spPr>
          <a:xfrm>
            <a:off x="7813548" y="3328416"/>
            <a:ext cx="438912" cy="438912"/>
          </a:xfrm>
          <a:prstGeom prst="ellipse">
            <a:avLst/>
          </a:prstGeom>
          <a:solidFill>
            <a:srgbClr val="D05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81354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of these production bottlenecks are you seeing?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2026-04-15T18:00:51Z</dcterms:created>
  <dcterms:modified xsi:type="dcterms:W3CDTF">2026-04-15T18:00:51Z</dcterms:modified>
</cp:coreProperties>
</file>