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deals stall before S2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stalled accounts analyzed  ·  SFDC + Attention call transcripts  ·  Apr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530352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" y="1124712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9B3B3B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12471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088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is the default objection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307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aren't closing the gap between 'they have AI features' and 'Resolve is purpose-built for this.'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4114800" cy="530352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69164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9B3B3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69164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655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Prospects are exploring, not solving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enter without a defined problem. We need to create urgency in discovery, not wait for it.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185416"/>
            <a:ext cx="4114800" cy="530352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" y="2258568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9B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25856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221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enters before value lands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441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deployment story isn't front-loaded. Security becomes the blocker before ROI is established.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752344"/>
            <a:ext cx="4114800" cy="530352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" y="2825496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6B6B00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82549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2788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exec sponsor identified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0083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are single-threaded to mid-level champions who can't drive budget or org-wide decisions.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114800" cy="530352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28032" y="1124712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6B6B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12471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93792" y="1088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timing = explicit deferral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1307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migrations create real blockers. Need to qualify timing before investing in POC scoping.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1618488"/>
            <a:ext cx="4114800" cy="530352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0" name="Shape 28"/>
          <p:cNvSpPr/>
          <p:nvPr/>
        </p:nvSpPr>
        <p:spPr>
          <a:xfrm>
            <a:off x="4828032" y="169164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6B6B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169164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3792" y="1655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requests lack scope or exec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enthusiasm without defined success criteria or exec buy-in = stalled POC.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2185416"/>
            <a:ext cx="4114800" cy="530352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032" y="2258568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6B6B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25856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93792" y="2221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isn't arming the champion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2441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demos don't differentiate. Champions can't re-sell what they saw to their team.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3456432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2A2A2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4564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 </a:t>
            </a:r>
            <a:pPr algn="ctr" indent="0" marL="0">
              <a:buNone/>
            </a:pPr>
            <a:r>
              <a:rPr lang="en-US" sz="1100" dirty="0">
                <a:solidFill>
                  <a:srgbClr val="E8E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aren't lost on product — they're lost on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urgency, differentiation, and champion enablement</a:t>
            </a:r>
            <a:pPr algn="ctr" indent="0" marL="0">
              <a:buNone/>
            </a:pPr>
            <a:r>
              <a:rPr lang="en-US" sz="1100" dirty="0">
                <a:solidFill>
                  <a:srgbClr val="E8E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S2 is ever scheduled.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846320"/>
            <a:ext cx="128016" cy="128016"/>
          </a:xfrm>
          <a:prstGeom prst="rect">
            <a:avLst/>
          </a:prstGeom>
          <a:solidFill>
            <a:srgbClr val="C8E6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fix: S1 enablement rollout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deliverables shipping Apr 30  ·  Addressing the top 7 stall patterns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2697480" cy="73152"/>
          </a:xfrm>
          <a:prstGeom prst="rect">
            <a:avLst/>
          </a:prstGeom>
          <a:solidFill>
            <a:srgbClr val="5A5A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S1 Discovery Deck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redesign of the first-call experience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2423160" cy="0"/>
          </a:xfrm>
          <a:prstGeom prst="line">
            <a:avLst/>
          </a:prstGeom>
          <a:noFill/>
          <a:ln w="9525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with discovery, not slides — surfaces pain before showing product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stories woven into every section (Coinbase, Veeva, Ticketmaster verbatims)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Build-vs-buy addressed proactively with the 'DIY ceiling' framework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deployment front-loaded for regulated industries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slide has an embedded discovery question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0EDE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Fixes #1 #2 #3 #7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18688" y="10515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51560"/>
            <a:ext cx="2697480" cy="73152"/>
          </a:xfrm>
          <a:prstGeom prst="rect">
            <a:avLst/>
          </a:prstGeom>
          <a:solidFill>
            <a:srgbClr val="6B6B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55848" y="1527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 Playbook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responses for the 7 most common objections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55848" y="2039112"/>
            <a:ext cx="2423160" cy="0"/>
          </a:xfrm>
          <a:prstGeom prst="line">
            <a:avLst/>
          </a:prstGeom>
          <a:noFill/>
          <a:ln w="9525">
            <a:solidFill>
              <a:srgbClr val="E0DC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1031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overlap: 3-bullet differentiation that every rep can deliver cold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Build-vs-buy: 'You can get to 50% — here's what the other 50% costs'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Security/compliance: Lead with satellite, address before they raise it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budget: Cost-of-doing-nothing framing with war room math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 me run it by my manager": Lock the date, send the one-pager, offer to join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55848" y="3931920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0EDE2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3931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Fixes #1 #3 #4 #6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25896" y="105156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5896" y="1051560"/>
            <a:ext cx="2697480" cy="73152"/>
          </a:xfrm>
          <a:prstGeom prst="rect">
            <a:avLst/>
          </a:prstGeom>
          <a:solidFill>
            <a:srgbClr val="7C7C10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216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63056" y="1527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 Template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6305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ranked questions with coaching notes on when + why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63056" y="2039112"/>
            <a:ext cx="2423160" cy="0"/>
          </a:xfrm>
          <a:prstGeom prst="line">
            <a:avLst/>
          </a:prstGeom>
          <a:noFill/>
          <a:ln w="9525">
            <a:solidFill>
              <a:srgbClr val="E0DC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1031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a senior engineer leaves, what happens to that knowledge?" — tribal knowledge opener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"Walk me through a SEV1 step by step" — surfaces process pain + tool sprawl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"Of incidents, triage, and debugging — which moves the needle most?" — qualifies entry use case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started building this internally? Where did it plateau?" — build-vs-buy qualifier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else should be in the room for the deep-dive?" — multi-threading, breaks the SRE trap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63056" y="3931920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0EDE2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3931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Fixes #2 #4 #6 #7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1480" y="4389120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2A2A2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 </a:t>
            </a:r>
            <a:pPr algn="ctr" indent="0" marL="0">
              <a:buNone/>
            </a:pPr>
            <a:r>
              <a:rPr lang="en-US" sz="1000" dirty="0">
                <a:solidFill>
                  <a:srgbClr val="E8E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30 enablement session  ·  All reps  ·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close the S1→S2 gap by 40%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846320"/>
            <a:ext cx="128016" cy="128016"/>
          </a:xfrm>
          <a:prstGeom prst="rect">
            <a:avLst/>
          </a:prstGeom>
          <a:solidFill>
            <a:srgbClr val="C8E6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Resolve AI</dc:creator>
  <cp:lastModifiedBy>Resolve AI</cp:lastModifiedBy>
  <cp:revision>1</cp:revision>
  <dcterms:created xsi:type="dcterms:W3CDTF">2026-04-14T13:32:10Z</dcterms:created>
  <dcterms:modified xsi:type="dcterms:W3CDTF">2026-04-14T13:32:10Z</dcterms:modified>
</cp:coreProperties>
</file>