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alternatives stop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Resolve AI covers the full investigation lifecycle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377440" y="960120"/>
            <a:ext cx="1577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377440" y="1143000"/>
            <a:ext cx="15773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Cross-stack data access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954780" y="960120"/>
            <a:ext cx="1577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54780" y="1143000"/>
            <a:ext cx="15773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multi-agent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954780" y="1371600"/>
            <a:ext cx="0" cy="2971800"/>
          </a:xfrm>
          <a:prstGeom prst="line">
            <a:avLst/>
          </a:prstGeom>
          <a:noFill/>
          <a:ln w="6350">
            <a:solidFill>
              <a:srgbClr val="C5C1B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532120" y="960120"/>
            <a:ext cx="1577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32120" y="1143000"/>
            <a:ext cx="15773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with human gates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532120" y="1371600"/>
            <a:ext cx="0" cy="2971800"/>
          </a:xfrm>
          <a:prstGeom prst="line">
            <a:avLst/>
          </a:prstGeom>
          <a:noFill/>
          <a:ln w="6350">
            <a:solidFill>
              <a:srgbClr val="C5C1B5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109460" y="960120"/>
            <a:ext cx="1577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09460" y="1143000"/>
            <a:ext cx="15773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updates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09460" y="1371600"/>
            <a:ext cx="0" cy="2971800"/>
          </a:xfrm>
          <a:prstGeom prst="line">
            <a:avLst/>
          </a:prstGeom>
          <a:noFill/>
          <a:ln w="6350">
            <a:solidFill>
              <a:srgbClr val="C5C1B5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7200" y="1664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Platforms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18653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PagerDuty, ServiceNow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377440" y="1664208"/>
            <a:ext cx="6309360" cy="402336"/>
          </a:xfrm>
          <a:prstGeom prst="roundRect">
            <a:avLst>
              <a:gd name="adj" fmla="val 9091"/>
            </a:avLst>
          </a:prstGeom>
          <a:solidFill>
            <a:srgbClr val="D9D5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1664208"/>
            <a:ext cx="1135685" cy="402336"/>
          </a:xfrm>
          <a:prstGeom prst="roundRect">
            <a:avLst>
              <a:gd name="adj" fmla="val 9091"/>
            </a:avLst>
          </a:prstGeom>
          <a:solidFill>
            <a:srgbClr val="C4A0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90265" y="1636776"/>
            <a:ext cx="45720" cy="457200"/>
          </a:xfrm>
          <a:prstGeom prst="rect">
            <a:avLst>
              <a:gd name="adj" fmla="val 40000"/>
            </a:avLst>
          </a:prstGeom>
          <a:solidFill>
            <a:srgbClr val="9B3B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0285" y="1682496"/>
            <a:ext cx="49633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5A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&amp; escalate only. No access to logs, metrics, or infra. Engineers start every investigation from scratch.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2258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AI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24597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 Bits AI, Dynatrace Davis, Splunk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377440" y="2258568"/>
            <a:ext cx="6309360" cy="402336"/>
          </a:xfrm>
          <a:prstGeom prst="roundRect">
            <a:avLst>
              <a:gd name="adj" fmla="val 9091"/>
            </a:avLst>
          </a:prstGeom>
          <a:solidFill>
            <a:srgbClr val="D9D5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2258568"/>
            <a:ext cx="2082089" cy="402336"/>
          </a:xfrm>
          <a:prstGeom prst="roundRect">
            <a:avLst>
              <a:gd name="adj" fmla="val 9091"/>
            </a:avLst>
          </a:prstGeom>
          <a:solidFill>
            <a:srgbClr val="B8A5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6669" y="2231136"/>
            <a:ext cx="45720" cy="457200"/>
          </a:xfrm>
          <a:prstGeom prst="rect">
            <a:avLst>
              <a:gd name="adj" fmla="val 40000"/>
            </a:avLst>
          </a:prstGeom>
          <a:solidFill>
            <a:srgbClr val="9B3B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6689" y="2276856"/>
            <a:ext cx="4016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5A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to own data. Enterprise environments run 5–10 tools — no single vendor sees the full picture.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2852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/ Internal Builds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30540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GitHub Copilot, custom agents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377440" y="2852928"/>
            <a:ext cx="6309360" cy="402336"/>
          </a:xfrm>
          <a:prstGeom prst="roundRect">
            <a:avLst>
              <a:gd name="adj" fmla="val 9091"/>
            </a:avLst>
          </a:prstGeom>
          <a:solidFill>
            <a:srgbClr val="D9D5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77440" y="2852928"/>
            <a:ext cx="2649931" cy="402336"/>
          </a:xfrm>
          <a:prstGeom prst="roundRect">
            <a:avLst>
              <a:gd name="adj" fmla="val 9091"/>
            </a:avLst>
          </a:prstGeom>
          <a:solidFill>
            <a:srgbClr val="9E9C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04511" y="2825496"/>
            <a:ext cx="45720" cy="457200"/>
          </a:xfrm>
          <a:prstGeom prst="rect">
            <a:avLst>
              <a:gd name="adj" fmla="val 40000"/>
            </a:avLst>
          </a:prstGeom>
          <a:solidFill>
            <a:srgbClr val="9B3B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4531" y="2871216"/>
            <a:ext cx="34491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5A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Single-player. Shallow investigation depth — no cross-stack reasoning. Requires constant eval maintenance as models change.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447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SRE Startups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36484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Traversal, Deductive, Cleric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377440" y="3447288"/>
            <a:ext cx="6309360" cy="402336"/>
          </a:xfrm>
          <a:prstGeom prst="roundRect">
            <a:avLst>
              <a:gd name="adj" fmla="val 9091"/>
            </a:avLst>
          </a:prstGeom>
          <a:solidFill>
            <a:srgbClr val="D9D5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77440" y="3447288"/>
            <a:ext cx="3154680" cy="402336"/>
          </a:xfrm>
          <a:prstGeom prst="roundRect">
            <a:avLst>
              <a:gd name="adj" fmla="val 9091"/>
            </a:avLst>
          </a:prstGeom>
          <a:solidFill>
            <a:srgbClr val="A0A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09260" y="3419856"/>
            <a:ext cx="45720" cy="457200"/>
          </a:xfrm>
          <a:prstGeom prst="rect">
            <a:avLst>
              <a:gd name="adj" fmla="val 40000"/>
            </a:avLst>
          </a:prstGeom>
          <a:solidFill>
            <a:srgbClr val="9B3B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346557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5A5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Single-shot investigation. No remediation. SOC 2 'in progress.' 3–21× less funded.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AI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3982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AI for production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377440" y="4114800"/>
            <a:ext cx="6309360" cy="512064"/>
          </a:xfrm>
          <a:prstGeom prst="roundRect">
            <a:avLst>
              <a:gd name="adj" fmla="val 8929"/>
            </a:avLst>
          </a:prstGeom>
          <a:solidFill>
            <a:srgbClr val="C8E600"/>
          </a:solidFill>
          <a:ln w="15240">
            <a:solidFill>
              <a:srgbClr val="6B6B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41148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 faster MTTD  ·  87% faster investigations  ·  30% fewer engineers per incident  ·  Days to value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Type II  ·  Satellite / air-gapped deployment  ·  50+ native integrations  ·  130+ team, 70 eng/research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7200" y="493776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A0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Coinbase, DoorDash, Zscaler production metrics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2026-04-14T15:11:17Z</dcterms:created>
  <dcterms:modified xsi:type="dcterms:W3CDTF">2026-04-14T15:11:17Z</dcterms:modified>
</cp:coreProperties>
</file>