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8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pieces fit together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CUSTOMER'S STACK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F5F0E8"/>
          </a:solidFill>
          <a:ln w="15240">
            <a:solidFill>
              <a:srgbClr val="D4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801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Datadog / New Relic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F0F5EE"/>
          </a:solidFill>
          <a:ln w="15240">
            <a:solidFill>
              <a:srgbClr val="7BA8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642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Splunk / Loki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48256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FFF5EE"/>
          </a:solidFill>
          <a:ln w="15240">
            <a:solidFill>
              <a:srgbClr val="E894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482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 / Prometheus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32304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F5F0E8"/>
          </a:solidFill>
          <a:ln w="15240">
            <a:solidFill>
              <a:srgbClr val="C4A9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3230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F0EEF5"/>
          </a:solidFill>
          <a:ln w="15240">
            <a:solidFill>
              <a:srgbClr val="8B7E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1635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/ Jira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2194560" cy="310896"/>
          </a:xfrm>
          <a:prstGeom prst="roundRect">
            <a:avLst>
              <a:gd name="adj" fmla="val 11765"/>
            </a:avLst>
          </a:prstGeom>
          <a:solidFill>
            <a:srgbClr val="FFF0EE"/>
          </a:solidFill>
          <a:ln w="15240">
            <a:solidFill>
              <a:srgbClr val="C47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/ AWS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+ 30 more integrations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0" y="91440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F5F3EC"/>
          </a:solidFill>
          <a:ln w="25400">
            <a:solidFill>
              <a:srgbClr val="6B6B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1024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RESOLVE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29000" y="141732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EBE9E0"/>
          </a:solidFill>
          <a:ln w="9525">
            <a:solidFill>
              <a:srgbClr val="C8C4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1490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17647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owners, deploys, topology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29000" y="237744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E5EDE8"/>
          </a:solidFill>
          <a:ln w="9525">
            <a:solidFill>
              <a:srgbClr val="A8C4B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450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Teams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2724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· logs · code · infra agents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29000" y="3337560"/>
            <a:ext cx="2468880" cy="777240"/>
          </a:xfrm>
          <a:prstGeom prst="roundRect">
            <a:avLst>
              <a:gd name="adj" fmla="val 5882"/>
            </a:avLst>
          </a:prstGeom>
          <a:solidFill>
            <a:srgbClr val="F0EDE2"/>
          </a:solidFill>
          <a:ln w="9525">
            <a:solidFill>
              <a:srgbClr val="D4CD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4107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resolve.md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3685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customer-specific playbook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06040" y="1435608"/>
            <a:ext cx="297180" cy="0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903220" y="1435608"/>
            <a:ext cx="297180" cy="27432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606040" y="1819656"/>
            <a:ext cx="297180" cy="0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903220" y="1819656"/>
            <a:ext cx="297180" cy="118872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2606040" y="2203704"/>
            <a:ext cx="297180" cy="0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903220" y="2203704"/>
            <a:ext cx="297180" cy="210312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606040" y="2587752"/>
            <a:ext cx="297180" cy="0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903220" y="2587752"/>
            <a:ext cx="297180" cy="301752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2606040" y="2971800"/>
            <a:ext cx="297180" cy="0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2903220" y="2971800"/>
            <a:ext cx="297180" cy="393192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2606040" y="3355848"/>
            <a:ext cx="297180" cy="0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2903220" y="3355848"/>
            <a:ext cx="297180" cy="484632"/>
          </a:xfrm>
          <a:prstGeom prst="line">
            <a:avLst/>
          </a:prstGeom>
          <a:noFill/>
          <a:ln w="12700">
            <a:solidFill>
              <a:srgbClr val="B8B4A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400800" y="914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ENGINEERS LIVE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1280160"/>
            <a:ext cx="2286000" cy="31089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8D4C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37960" y="1389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#inc-checkout-slow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537960" y="1691640"/>
            <a:ext cx="2011680" cy="0"/>
          </a:xfrm>
          <a:prstGeom prst="line">
            <a:avLst/>
          </a:prstGeom>
          <a:noFill/>
          <a:ln w="9525">
            <a:solidFill>
              <a:srgbClr val="E8E4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1810512"/>
            <a:ext cx="1645920" cy="292608"/>
          </a:xfrm>
          <a:prstGeom prst="roundRect">
            <a:avLst>
              <a:gd name="adj" fmla="val 12500"/>
            </a:avLst>
          </a:prstGeom>
          <a:solidFill>
            <a:srgbClr val="FFF0F0"/>
          </a:solidFill>
          <a:ln w="9525">
            <a:solidFill>
              <a:srgbClr val="E8A0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75120" y="181051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ctr" indent="0" marL="0">
              <a:buNone/>
            </a:pPr>
            <a:r>
              <a:rPr lang="en-US" sz="1000" b="1" dirty="0">
                <a:solidFill>
                  <a:srgbClr val="CC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fired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37960" y="2249424"/>
            <a:ext cx="2011680" cy="594360"/>
          </a:xfrm>
          <a:prstGeom prst="roundRect">
            <a:avLst>
              <a:gd name="adj" fmla="val 6154"/>
            </a:avLst>
          </a:prstGeom>
          <a:solidFill>
            <a:srgbClr val="F5F3EC"/>
          </a:solidFill>
          <a:ln w="9525">
            <a:solidFill>
              <a:srgbClr val="C8C4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29400" y="2304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investigation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629400" y="25237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+ evidence in ~3 minutes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675120" y="2962656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E8F5E8"/>
          </a:solidFill>
          <a:ln/>
        </p:spPr>
      </p:sp>
      <p:sp>
        <p:nvSpPr>
          <p:cNvPr id="50" name="Text 48"/>
          <p:cNvSpPr/>
          <p:nvPr/>
        </p:nvSpPr>
        <p:spPr>
          <a:xfrm>
            <a:off x="6675120" y="29626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6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Engineer:  ack, rolling back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675120" y="3364992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FFF8E8"/>
          </a:solidFill>
          <a:ln w="9525">
            <a:solidFill>
              <a:srgbClr val="E8D8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3364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6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questions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75120" y="3767328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F2F0EA"/>
          </a:solidFill>
          <a:ln/>
        </p:spPr>
      </p:sp>
      <p:sp>
        <p:nvSpPr>
          <p:cNvPr id="54" name="Text 52"/>
          <p:cNvSpPr/>
          <p:nvPr/>
        </p:nvSpPr>
        <p:spPr>
          <a:xfrm>
            <a:off x="6675120" y="3767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/resolve more context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26480" y="2761488"/>
            <a:ext cx="228600" cy="-219456"/>
          </a:xfrm>
          <a:prstGeom prst="line">
            <a:avLst/>
          </a:prstGeom>
          <a:noFill/>
          <a:ln w="19050">
            <a:solidFill>
              <a:srgbClr val="6B6B00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126480" y="1801368"/>
            <a:ext cx="228600" cy="-246888"/>
          </a:xfrm>
          <a:prstGeom prst="line">
            <a:avLst/>
          </a:prstGeom>
          <a:noFill/>
          <a:ln w="19050">
            <a:solidFill>
              <a:srgbClr val="6B6B00"/>
            </a:solidFill>
            <a:prstDash val="solid"/>
            <a:tailEnd type="triangle"/>
          </a:ln>
        </p:spPr>
      </p:sp>
      <p:sp>
        <p:nvSpPr>
          <p:cNvPr id="57" name="Text 55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 from everywhere they already pay for</a:t>
            </a:r>
            <a:pPr algn="ctr" indent="0" marL="0">
              <a:buNone/>
            </a:pPr>
            <a:r>
              <a:rPr lang="en-US" sz="1100" b="1" dirty="0">
                <a:solidFill>
                  <a:srgbClr val="6B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investigate</a:t>
            </a:r>
            <a:pPr algn="ctr" indent="0" marL="0">
              <a:buNone/>
            </a:pPr>
            <a:r>
              <a:rPr lang="en-US" sz="1100" b="1" dirty="0">
                <a:solidFill>
                  <a:srgbClr val="6B6B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in Slack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458200" y="4846320"/>
            <a:ext cx="128016" cy="128016"/>
          </a:xfrm>
          <a:prstGeom prst="rect">
            <a:avLst/>
          </a:prstGeom>
          <a:solidFill>
            <a:srgbClr val="C8E6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pieces fit together</dc:title>
  <dc:subject>PptxGenJS Presentation</dc:subject>
  <dc:creator>Resolve AI</dc:creator>
  <cp:lastModifiedBy>Resolve AI</cp:lastModifiedBy>
  <cp:revision>1</cp:revision>
  <dcterms:created xsi:type="dcterms:W3CDTF">2026-04-13T21:28:32Z</dcterms:created>
  <dcterms:modified xsi:type="dcterms:W3CDTF">2026-04-13T21:28:32Z</dcterms:modified>
</cp:coreProperties>
</file>