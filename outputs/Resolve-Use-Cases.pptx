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AI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AGENTS  FOR  PRODUCTION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D5D0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2651760" cy="54864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1417320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MTTR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correlate across your entire stack — then pinpoint the root cause in minutes, not hours.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0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3493008"/>
            <a:ext cx="45720" cy="91440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5643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“Resolve AI moved us from hours to minutes for investigation. Fewer engineers in war rooms, on-call is materially better.”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7512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Sr Director of Eng, DoorDash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73552" y="1261872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D5D0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2344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234440"/>
            <a:ext cx="2651760" cy="54864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1417320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on-call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handle on-call, engineers only see what needs their attention.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3832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0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4136" y="3493008"/>
            <a:ext cx="45720" cy="91440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45643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“Resolve AI proved it could deliver real results [...] surfaced accurate root causes 73% faster than our teams.”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02152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Engineer, Coinbase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08192" y="1261872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D5D0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2344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1234440"/>
            <a:ext cx="2651760" cy="54864"/>
          </a:xfrm>
          <a:prstGeom prst="rect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1417320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production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track changes, monitor releases, generate reports, and optimize continuously. No human required to start the work.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3832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0E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3493008"/>
            <a:ext cx="45720" cy="91440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45643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“We’ve seen positive signs of improvement in MTTR for our critical incidents, and the North Star is self-healing systems.”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 of Eng, MSCI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2026-04-15T21:56:26Z</dcterms:created>
  <dcterms:modified xsi:type="dcterms:W3CDTF">2026-04-15T21:56:26Z</dcterms:modified>
</cp:coreProperties>
</file>