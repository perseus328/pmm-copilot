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AI for PROD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are helping our customers?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61772" y="10972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0EDE5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207008"/>
            <a:ext cx="2386584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" y="120700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alert triage &amp; investigations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36776" y="1664208"/>
            <a:ext cx="256032" cy="256032"/>
          </a:xfrm>
          <a:prstGeom prst="ellipse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36776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" y="199339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the operational toil of on-call and business risks from increasing alert volumes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8980" y="10972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0EDE5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78708" y="1207008"/>
            <a:ext cx="2386584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4428" y="120700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 incidents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43984" y="1664208"/>
            <a:ext cx="256032" cy="256032"/>
          </a:xfrm>
          <a:prstGeom prst="ellipse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33572" y="199339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 down the war-room and get to root cause faster with collaborative incident remediation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76188" y="10972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0EDE5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5916" y="1207008"/>
            <a:ext cx="2386584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1636" y="120700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production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51192" y="1664208"/>
            <a:ext cx="256032" cy="256032"/>
          </a:xfrm>
          <a:prstGeom prst="ellipse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1192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40780" y="199339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bugs before they become incidents with full production context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" y="29718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0EDE5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500" y="3081528"/>
            <a:ext cx="2386584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" y="308152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costs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36776" y="3538728"/>
            <a:ext cx="256032" cy="256032"/>
          </a:xfrm>
          <a:prstGeom prst="ellipse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36776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" y="386791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hidden cost savings by understanding resource utilization better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68980" y="29718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0EDE5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78708" y="3081528"/>
            <a:ext cx="2386584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4428" y="308152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onboarding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43984" y="3538728"/>
            <a:ext cx="256032" cy="256032"/>
          </a:xfrm>
          <a:prstGeom prst="ellipse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3984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33572" y="386791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 production a voice so your teams can learn from prod directly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76188" y="29718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0EDE5"/>
          </a:solidFill>
          <a:ln w="6350">
            <a:solidFill>
              <a:srgbClr val="D8D3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5916" y="3081528"/>
            <a:ext cx="2386584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1636" y="308152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new features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51192" y="3538728"/>
            <a:ext cx="256032" cy="256032"/>
          </a:xfrm>
          <a:prstGeom prst="ellipse">
            <a:avLst/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51192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40780" y="386791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production context to build better and more resilient features faster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2026-04-15T21:18:41Z</dcterms:created>
  <dcterms:modified xsi:type="dcterms:W3CDTF">2026-04-15T21:18:41Z</dcterms:modified>
</cp:coreProperties>
</file>