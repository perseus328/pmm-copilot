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production needs your attention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046720" y="137160"/>
            <a:ext cx="868680" cy="502920"/>
          </a:xfrm>
          <a:prstGeom prst="roundRect">
            <a:avLst>
              <a:gd name="adj" fmla="val 10909"/>
            </a:avLst>
          </a:prstGeom>
          <a:solidFill>
            <a:srgbClr val="C8E6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3716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now?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6350">
            <a:solidFill>
              <a:srgbClr val="D8D3C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8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12064" y="1060704"/>
            <a:ext cx="2496312" cy="475488"/>
          </a:xfrm>
          <a:prstGeom prst="roundRect">
            <a:avLst>
              <a:gd name="adj" fmla="val 11538"/>
            </a:avLst>
          </a:prstGeom>
          <a:solidFill>
            <a:srgbClr val="C8E6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60704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Reliability / Downtime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6420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customer ticket opens. 10–20 engineers are in a war room. MTTR is hours.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2441448"/>
            <a:ext cx="2148840" cy="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624328"/>
            <a:ext cx="36576" cy="914400"/>
          </a:xfrm>
          <a:prstGeom prst="rect">
            <a:avLst/>
          </a:prstGeom>
          <a:solidFill>
            <a:srgbClr val="C8E6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060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“MTTR is high, customers are your canaries. And you have massive bridges with 20+ engs on them.”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3657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HSBC CTO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46120" y="100584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6350">
            <a:solidFill>
              <a:srgbClr val="D8D3C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8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00984" y="1060704"/>
            <a:ext cx="2496312" cy="475488"/>
          </a:xfrm>
          <a:prstGeom prst="roundRect">
            <a:avLst>
              <a:gd name="adj" fmla="val 11538"/>
            </a:avLst>
          </a:prstGeom>
          <a:solidFill>
            <a:srgbClr val="C8E6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060704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On-call fatigue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166420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Paged alerts interrupt deep work; operational toil overloads your best engineers.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74720" y="2441448"/>
            <a:ext cx="2148840" cy="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29000" y="2624328"/>
            <a:ext cx="36576" cy="914400"/>
          </a:xfrm>
          <a:prstGeom prst="rect">
            <a:avLst/>
          </a:prstGeom>
          <a:solidFill>
            <a:srgbClr val="C8E6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26060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“Even for very good engineers, [triage] still takes them two to three hours.”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566160" y="3657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Veeva VP of Engineering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35040" y="100584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6350">
            <a:solidFill>
              <a:srgbClr val="D8D3C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8">
                <a:alpha val="7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9904" y="1060704"/>
            <a:ext cx="2496312" cy="475488"/>
          </a:xfrm>
          <a:prstGeom prst="roundRect">
            <a:avLst>
              <a:gd name="adj" fmla="val 11538"/>
            </a:avLst>
          </a:prstGeom>
          <a:solidFill>
            <a:srgbClr val="C8E6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1060704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automation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17920" y="166420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now, engineers are running production manually, slowing down productivity.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63640" y="2441448"/>
            <a:ext cx="2148840" cy="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2624328"/>
            <a:ext cx="36576" cy="914400"/>
          </a:xfrm>
          <a:prstGeom prst="rect">
            <a:avLst/>
          </a:prstGeom>
          <a:solidFill>
            <a:srgbClr val="C8E6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26060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 would prefer to not use humans as a knowledge base.”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55080" y="3657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SRE Lead, Ticketmaster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4663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Becoming 10x harder with AI generated code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72400" y="4754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Resolve.ai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2026-04-14T23:19:17Z</dcterms:created>
  <dcterms:modified xsi:type="dcterms:W3CDTF">2026-04-14T23:19:17Z</dcterms:modified>
</cp:coreProperties>
</file>