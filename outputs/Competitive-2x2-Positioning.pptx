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just use your existing vendor's AI?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8229600" cy="36576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 rot="16200000">
            <a:off x="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depth &amp; accuracy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6032" y="12984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multi-step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02920" y="41605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56032" y="43434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matching</a:t>
            </a:r>
            <a:endParaRPr lang="en-US" sz="7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alerts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88720" y="4663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pPr algn="ctr" indent="0" marL="0">
              <a:lnSpc>
                <a:spcPct val="100000"/>
              </a:lnSpc>
              <a:buNone/>
            </a:pP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/ manual setup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breadth &amp; ease of deployment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0" y="4663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pPr algn="ctr" indent="0" marL="0">
              <a:lnSpc>
                <a:spcPct val="100000"/>
              </a:lnSpc>
              <a:buNone/>
            </a:pP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Turn-key / full stack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34440" y="1097280"/>
            <a:ext cx="3520440" cy="1783080"/>
          </a:xfrm>
          <a:prstGeom prst="rect">
            <a:avLst/>
          </a:prstGeom>
          <a:solidFill>
            <a:srgbClr val="EDE9E0"/>
          </a:solidFill>
          <a:ln w="6350">
            <a:solidFill>
              <a:srgbClr val="D8D4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1234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 / Internal Builds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15544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GitHub Copilot, Cloud Code, custom agents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18470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start, but teams plateau. Toast: “If we go with a Cloud Code plugin…our prompts break when models change.” Salesforce: “Execs said we can build it ourselves” — then stalled. No cross-stack reasoning, no eval loop, no continuous learning.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1097280"/>
            <a:ext cx="3520440" cy="1783080"/>
          </a:xfrm>
          <a:prstGeom prst="rect">
            <a:avLst/>
          </a:prstGeom>
          <a:solidFill>
            <a:srgbClr val="E8F5E0"/>
          </a:solidFill>
          <a:ln w="19050">
            <a:solidFill>
              <a:srgbClr val="6B6B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1234440"/>
            <a:ext cx="201168" cy="201168"/>
          </a:xfrm>
          <a:prstGeom prst="rect">
            <a:avLst/>
          </a:prstGeom>
          <a:solidFill>
            <a:srgbClr val="C8E600"/>
          </a:solidFill>
          <a:ln/>
        </p:spPr>
      </p:sp>
      <p:sp>
        <p:nvSpPr>
          <p:cNvPr id="19" name="Text 17"/>
          <p:cNvSpPr/>
          <p:nvPr/>
        </p:nvSpPr>
        <p:spPr>
          <a:xfrm>
            <a:off x="5276088" y="121615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AI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5544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AI for production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18470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A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Post-trained models, evidence-grounded reasoning, 40+ integrations. Deployed in weeks. Learns your environment continuously. Coinbase: 2-hour investigations → 20 minutes. 206 engineers adopted organically.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234440" y="2926080"/>
            <a:ext cx="3520440" cy="1783080"/>
          </a:xfrm>
          <a:prstGeom prst="rect">
            <a:avLst/>
          </a:prstGeom>
          <a:solidFill>
            <a:srgbClr val="F0EDE4"/>
          </a:solidFill>
          <a:ln w="6350">
            <a:solidFill>
              <a:srgbClr val="D8D4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3063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Point-Solution AIOps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3832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BigPanda, Shoreline, Rootly AI, Glean, Snowflake Cortex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63040" y="36758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scope: alert correlation or runbook automation, not investigation. Wells Fargo on BigPanda: “They claim magic behind the scenes, but how pluggable is it?” Vonage evaluated Glean — no production reasoning. No cross-stack depth.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2926080"/>
            <a:ext cx="3520440" cy="1783080"/>
          </a:xfrm>
          <a:prstGeom prst="rect">
            <a:avLst/>
          </a:prstGeom>
          <a:solidFill>
            <a:srgbClr val="F5F0E6"/>
          </a:solidFill>
          <a:ln w="6350">
            <a:solidFill>
              <a:srgbClr val="D8D4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0632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 AI Features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3832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PagerDuty AIOps, Datadog Bits AI, Dynatrace Davis, Splunk AI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3675888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turn on — you already pay for them. Guitar Center: “I thought our biggest competitor would be Datadog.” But shallow: suggested queries, not investigation. No evidence grounding. No cross-stack reasoning. No continuous learning.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503920" y="4846320"/>
            <a:ext cx="128016" cy="128016"/>
          </a:xfrm>
          <a:prstGeom prst="rect">
            <a:avLst/>
          </a:prstGeom>
          <a:solidFill>
            <a:srgbClr val="C8E6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Resolve AI</dc:creator>
  <cp:lastModifiedBy>Resolve AI</cp:lastModifiedBy>
  <cp:revision>1</cp:revision>
  <dcterms:created xsi:type="dcterms:W3CDTF">2026-04-14T14:36:22Z</dcterms:created>
  <dcterms:modified xsi:type="dcterms:W3CDTF">2026-04-14T14:36:22Z</dcterms:modified>
</cp:coreProperties>
</file>