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co-creators of OpenTelemetry and leading AI researchers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046720" y="1371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we?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trust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Experienced founders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603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D8D4C8"/>
          </a:solidFill>
          <a:ln w="6350">
            <a:solidFill>
              <a:srgbClr val="C0B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photo]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Spiros Xanthos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Mayank Agrawal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327355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yrs experience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 Tools &amp; Observability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63240" y="777240"/>
            <a:ext cx="3200400" cy="3611880"/>
          </a:xfrm>
          <a:prstGeom prst="roundRect">
            <a:avLst>
              <a:gd name="adj" fmla="val 2857"/>
            </a:avLst>
          </a:prstGeom>
          <a:solidFill>
            <a:srgbClr val="F5F2E8"/>
          </a:solidFill>
          <a:ln w="19050">
            <a:solidFill>
              <a:srgbClr val="6B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960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20040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 focused 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AI for prod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0" y="2240280"/>
            <a:ext cx="1755648" cy="0"/>
          </a:xfrm>
          <a:prstGeom prst="line">
            <a:avLst/>
          </a:prstGeom>
          <a:noFill/>
          <a:ln w="25400">
            <a:solidFill>
              <a:srgbClr val="6B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tier talent from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25496"/>
            <a:ext cx="91440" cy="91440"/>
          </a:xfrm>
          <a:prstGeom prst="ellipse">
            <a:avLst/>
          </a:prstGeom>
          <a:solidFill>
            <a:srgbClr val="6B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788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Co-creators of Open Telemetry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282696"/>
            <a:ext cx="91440" cy="91440"/>
          </a:xfrm>
          <a:prstGeom prst="ellipse">
            <a:avLst/>
          </a:prstGeom>
          <a:solidFill>
            <a:srgbClr val="6B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246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of Deep Research at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739896"/>
            <a:ext cx="91440" cy="91440"/>
          </a:xfrm>
          <a:prstGeom prst="ellipse">
            <a:avLst/>
          </a:prstGeom>
          <a:solidFill>
            <a:srgbClr val="6B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703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post-training leads at Meta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in complex production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1371600"/>
            <a:ext cx="25603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5087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62800" y="15087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DOORDASH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16240" y="15087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zscaler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187452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62800" y="187452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16240" y="187452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22402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62800" y="22402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millennium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16240" y="22402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260604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62800" y="260604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16240" y="260604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9360" y="297180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GAMETIME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62800" y="297180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upwind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16240" y="297180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09360" y="33375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AI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62800" y="33375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16240" y="33375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GUIDEWIRE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3152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$150+ million in total funding at $1 billion valuation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2026-04-14T22:43:18Z</dcterms:created>
  <dcterms:modified xsi:type="dcterms:W3CDTF">2026-04-14T22:43:18Z</dcterms:modified>
</cp:coreProperties>
</file>