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prod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73152" cy="109728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51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alert investigation,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D3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incident remediation,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D3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production debugging.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2011680"/>
            <a:ext cx="2011680" cy="4572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2194560"/>
            <a:ext cx="1463040" cy="4572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2377440"/>
            <a:ext cx="1828800" cy="45720"/>
          </a:xfrm>
          <a:prstGeom prst="rect">
            <a:avLst/>
          </a:prstGeom>
          <a:solidFill>
            <a:srgbClr val="8FA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made shipping faster. Production didn't keep up.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accelerated your devs, but didn't accelerate prod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3200400"/>
          </a:xfrm>
          <a:prstGeom prst="ellipse">
            <a:avLst/>
          </a:prstGeom>
          <a:solidFill>
            <a:srgbClr val="D4E87A"/>
          </a:solidFill>
          <a:ln w="38100">
            <a:solidFill>
              <a:srgbClr val="8F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accelerated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code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Copilot · Claude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3200400"/>
          </a:xfrm>
          <a:prstGeom prst="ellipse">
            <a:avLst/>
          </a:prstGeom>
          <a:solidFill>
            <a:srgbClr val="E8C88A"/>
          </a:solidFill>
          <a:ln w="38100">
            <a:solidFill>
              <a:srgbClr val="8B3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8B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40680" y="2148840"/>
            <a:ext cx="2395728" cy="56692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1488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25496"/>
            <a:ext cx="2395728" cy="56692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82549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Efficiency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3502152"/>
            <a:ext cx="2395728" cy="56692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50215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Leverage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7315200" cy="27432"/>
          </a:xfrm>
          <a:prstGeom prst="rect">
            <a:avLst/>
          </a:prstGeom>
          <a:solidFill>
            <a:srgbClr val="3D3A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3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AI coding agents translate to engineering velocity? What are you doing about AI in prod today?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where it's breaking.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priorities every VP Engineering is racing to fix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2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86968"/>
            <a:ext cx="2788920" cy="347472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customer ticket opens. 10–20 engineers are in a war room. MTTR is hours.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56232"/>
            <a:ext cx="2606040" cy="1828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29384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"Customers act as canaries — they find the problem before we do."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Anestis Samaras, Lloyds Banking Group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849624"/>
            <a:ext cx="2606040" cy="1828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 · Revenue risk · Brand damage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886968"/>
            <a:ext cx="2788920" cy="347472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EFFICIENCY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Paged alerts interrupt deep work. Operational toil overloads your best engineers.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856232"/>
            <a:ext cx="2606040" cy="1828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929384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engineering team has 50 priorities, maybe time for 20 of them."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Eddie Wassef, JPMC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3849624"/>
            <a:ext cx="2606040" cy="1828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work · Burnout · Attrition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5C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886968"/>
            <a:ext cx="2788920" cy="347472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LEVERAGE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hired 10. Only 2 can run production. The rest are months away.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1856232"/>
            <a:ext cx="2606040" cy="1828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929384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need to double every year. We cannot keep on doing that."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 Cherry, Millennium Partners LP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849624"/>
            <a:ext cx="2606040" cy="1828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ceiling · Key-person risk · AI debt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is making each one worse.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deploys, same production blind spots — every bottleneck compounds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278892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2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69848"/>
            <a:ext cx="2788920" cy="347472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wrote the code that broke at 3am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606040" cy="1828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2996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"Out of their depth on systems they theoretically built."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648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On-call engineer, Ticketmaster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959352"/>
            <a:ext cx="2606040" cy="1828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0325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incident starts from zero.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69848"/>
            <a:ext cx="278892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69848"/>
            <a:ext cx="2788920" cy="347472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133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EFFICIENCY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deploys. Same alert ceiling.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956816"/>
            <a:ext cx="2606040" cy="1828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02996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"By the time we realise, we've already wasted half a day's worth of five people."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648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Santosh Shenoy, Vxceed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959352"/>
            <a:ext cx="2606040" cy="1828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0325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alerts/week → 1,500 actionable. AI doubles the input.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069848"/>
            <a:ext cx="278892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5C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69848"/>
            <a:ext cx="2788920" cy="347472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133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LEVERAGE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14721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ships complexity faster than teams can absorb 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1956816"/>
            <a:ext cx="2606040" cy="1828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02996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need to double every year. We cannot keep on doing that."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648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 Cherry, Millennium Partners LP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3959352"/>
            <a:ext cx="2606040" cy="1828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0325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months to on-call ready. AI widens the gap every sprint.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2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result: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customers find problems before you do.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"MTTR is high — meantime to resolution takes us a long time. Customers act as canaries so they find the problem before we do."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Anestis Samaras, Group Head of Data Science, Lloyds Banking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24688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MTTR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657600"/>
            <a:ext cx="24688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40→6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on bridge, only 6 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657600"/>
            <a:ext cx="24688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2–3hrs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807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RCA for good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it looks like when production keeps up.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outcome when each initiative is solved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2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86968"/>
            <a:ext cx="2788920" cy="347472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before your customers 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2606040" cy="18288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39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Incidents detected in seconds, not by support tickets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 rooms shrink from 20 engineers to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558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MTTR measured in minutes, not hours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886968"/>
            <a:ext cx="2788920" cy="347472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EFFICIENCY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1298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best engineers ship product, not tickets.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1947672"/>
            <a:ext cx="2606040" cy="18288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039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Alerts triaged automatically — engineers see only what needs them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On-call is no longer a productivity tax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3558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Operational toil stops stealing sprint capacity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886968"/>
            <a:ext cx="2788920" cy="4096512"/>
          </a:xfrm>
          <a:prstGeom prst="rect">
            <a:avLst/>
          </a:prstGeom>
          <a:solidFill>
            <a:srgbClr val="FFFFFF"/>
          </a:solidFill>
          <a:ln w="19050">
            <a:solidFill>
              <a:srgbClr val="5C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886968"/>
            <a:ext cx="2788920" cy="347472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9509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1298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engineer runs production from day 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947672"/>
            <a:ext cx="2606040" cy="18288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039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On-call ramp from months to weeks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 knowledge available to every engineer, not just 2–3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3558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Senior engineers multiply the team — not bottleneck 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is the AI for your production team.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capability maps directly to the problems above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2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743200" cy="256032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3560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Investigation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before your bridge has started.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40-person bridge → 2 engineers + a bot.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MTTR: hours → minutes.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FA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256032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43560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EFFICIENCY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 Triage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engineers only see what actually needs them.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3127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MLP: 70,000 alerts → 1,500 actionable.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Engineers stop ignoring the 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74320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C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417320"/>
            <a:ext cx="2743200" cy="256032"/>
          </a:xfrm>
          <a:prstGeom prst="rect">
            <a:avLst/>
          </a:prstGeom>
          <a:solidFill>
            <a:srgbClr val="5C2B2B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143560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LEVERAGE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Debugging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what changed, what's slow, what's at risk. Answers grounded in your actual system.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880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127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months to on-call ready → weeks.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engineer, not just the 2–3 who know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to your full stack. Active on every incident.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2860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· DNS · Infra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5179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20240"/>
            <a:ext cx="22860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93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· Splunk · Grafana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2037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606040"/>
            <a:ext cx="22860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91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GitLab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28895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291840"/>
            <a:ext cx="22860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· Notion · Runbooks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5753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1005840"/>
            <a:ext cx="2743200" cy="356616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15179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2037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28895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3575304"/>
            <a:ext cx="4572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914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234440"/>
            <a:ext cx="2468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— reduce MTTR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1920240"/>
            <a:ext cx="2468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Efficiency — modernize L1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2606040"/>
            <a:ext cx="2468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Debugging — on-demand context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3291840"/>
            <a:ext cx="2468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8FA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production. Not adapted for 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a coding agent, an observability tool, or an internal build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447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Coding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764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reasons about code. Production is logs, metrics, traces, infra topology at runtime. Coding agents hallucinate without production telemetry.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4447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Observability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764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only sees Datadog. Splunk only sees Splunk. Incidents don't respect tool boundaries.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64992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have not seen an AI solution that can pull from logs from one platform, metrics from another… and give causal inferences."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2926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JPMC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4447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Building It Yourself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764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built on Gemini + Bedrock. Covers 50% of incidents. Evaluating Resolve for the other 50%.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45352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Qualcomm built NOVA internally. Now evaluating Resolve because NOVA hit its ceiling.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RESOLVE DIFFERENT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2011680" cy="128016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Production-specialized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Post-trained on production investigation, not general code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547872"/>
            <a:ext cx="2011680" cy="128016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context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o11y + codebase + knowledge — across all silos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47872"/>
            <a:ext cx="2011680" cy="128016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environment. Gets smarter over time.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547872"/>
            <a:ext cx="2011680" cy="128016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investigation. Not sequential. Production speed.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when Resolve is in the room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· DoorDash · Zscaler · Salesforce · Millennium Partners · MongoDB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· Upgrade · MSCI · Toast · iFIT · Guidewire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645920"/>
            <a:ext cx="1965960" cy="329184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28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investigations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root cause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weekly sessions · 100+ engineers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645920"/>
            <a:ext cx="1965960" cy="329184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828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PARTNERS LP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514600" y="2816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ECC outage minutes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1460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avoidance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scoped cases · Closed customer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1645920"/>
            <a:ext cx="1965960" cy="329184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28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617720" y="2816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investigations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329184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828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6720840" y="2816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engineers per incident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co-creators of OpenTelemetry and leading AI researchers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Experienced founders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43200" cy="36576"/>
          </a:xfrm>
          <a:prstGeom prst="rect">
            <a:avLst/>
          </a:prstGeom>
          <a:solidFill>
            <a:srgbClr val="3D3A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Spiros Xanthos, CEO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Agrawal, 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yrs experience in Dev Tools &amp; Observability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 engineers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572768"/>
            <a:ext cx="2926080" cy="36576"/>
          </a:xfrm>
          <a:prstGeom prst="rect">
            <a:avLst/>
          </a:prstGeom>
          <a:solidFill>
            <a:srgbClr val="3D3A3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19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 talent from: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Co-creators of OpenTelemetry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of Deep Research at Google DeepMind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post-training leads at Meta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in production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572768"/>
            <a:ext cx="2560320" cy="36576"/>
          </a:xfrm>
          <a:prstGeom prst="rect">
            <a:avLst/>
          </a:prstGeom>
          <a:solidFill>
            <a:srgbClr val="3D3A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71907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· DoorDash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· Salesforce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Partners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26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$150+ million in total funding at $1 billion valuation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01168"/>
            <a:ext cx="155448" cy="155448"/>
          </a:xfrm>
          <a:prstGeom prst="ellipse">
            <a:avLst/>
          </a:prstGeom>
          <a:solidFill>
            <a:srgbClr val="8FA800"/>
          </a:solidFill>
          <a:ln/>
        </p:spPr>
      </p:sp>
      <p:sp>
        <p:nvSpPr>
          <p:cNvPr id="3" name="Text 1"/>
          <p:cNvSpPr/>
          <p:nvPr/>
        </p:nvSpPr>
        <p:spPr>
          <a:xfrm>
            <a:off x="7287768" y="146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023360" cy="9144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 Technical Demo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Resolve working against a real incident in your type of environment.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4023360" cy="9144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Down Use Cases for POC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304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the 2-3 scenarios that matter most to your team. We define success criteria together.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023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37560"/>
            <a:ext cx="4023360" cy="9144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 Start Security 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3616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support Satellite deployment for data-sensitive environments. Review starts here.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4023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A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337560"/>
            <a:ext cx="4023360" cy="91440"/>
          </a:xfrm>
          <a:prstGeom prst="rect">
            <a:avLst/>
          </a:prstGeom>
          <a:solidFill>
            <a:srgbClr val="8FA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3776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Integration Inventory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3616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your current stack. We'll map which integrations matter most for your use case.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2026-04-12T01:55:08Z</dcterms:created>
  <dcterms:modified xsi:type="dcterms:W3CDTF">2026-04-12T01:55:08Z</dcterms:modified>
</cp:coreProperties>
</file>