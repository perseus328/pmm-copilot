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 to AI for Prod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 rot="16200000">
            <a:off x="-32004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0" cy="34290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49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▲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82296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206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of Journey →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97280" y="3566160"/>
            <a:ext cx="1508760" cy="731520"/>
          </a:xfrm>
          <a:prstGeom prst="rect">
            <a:avLst/>
          </a:prstGeom>
          <a:solidFill>
            <a:srgbClr val="D6D4C0"/>
          </a:solidFill>
          <a:ln/>
        </p:spPr>
      </p:sp>
      <p:sp>
        <p:nvSpPr>
          <p:cNvPr id="10" name="Shape 8"/>
          <p:cNvSpPr/>
          <p:nvPr/>
        </p:nvSpPr>
        <p:spPr>
          <a:xfrm>
            <a:off x="2697480" y="3291840"/>
            <a:ext cx="1508760" cy="1005840"/>
          </a:xfrm>
          <a:prstGeom prst="rect">
            <a:avLst/>
          </a:prstGeom>
          <a:solidFill>
            <a:srgbClr val="C8C6A8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468880"/>
            <a:ext cx="1508760" cy="1828800"/>
          </a:xfrm>
          <a:prstGeom prst="rect">
            <a:avLst/>
          </a:prstGeom>
          <a:solidFill>
            <a:srgbClr val="B8B690"/>
          </a:solidFill>
          <a:ln/>
        </p:spPr>
      </p:sp>
      <p:sp>
        <p:nvSpPr>
          <p:cNvPr id="12" name="Shape 10"/>
          <p:cNvSpPr/>
          <p:nvPr/>
        </p:nvSpPr>
        <p:spPr>
          <a:xfrm>
            <a:off x="5897880" y="1737360"/>
            <a:ext cx="1508760" cy="2560320"/>
          </a:xfrm>
          <a:prstGeom prst="rect">
            <a:avLst/>
          </a:prstGeom>
          <a:solidFill>
            <a:srgbClr val="A0A060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1097280"/>
            <a:ext cx="1508760" cy="3200400"/>
          </a:xfrm>
          <a:prstGeom prst="rect">
            <a:avLst/>
          </a:prstGeom>
          <a:solidFill>
            <a:srgbClr val="8B8B30"/>
          </a:solidFill>
          <a:ln/>
        </p:spPr>
      </p:sp>
      <p:sp>
        <p:nvSpPr>
          <p:cNvPr id="14" name="Shape 12"/>
          <p:cNvSpPr/>
          <p:nvPr/>
        </p:nvSpPr>
        <p:spPr>
          <a:xfrm rot="-1920323">
            <a:off x="640080" y="4297680"/>
            <a:ext cx="862643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1716628">
            <a:off x="1371600" y="3840480"/>
            <a:ext cx="57287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106097">
            <a:off x="1874520" y="3566160"/>
            <a:ext cx="43373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2700000">
            <a:off x="2286000" y="3703320"/>
            <a:ext cx="581921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524770">
            <a:off x="2697480" y="3291840"/>
            <a:ext cx="601353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842175">
            <a:off x="3291840" y="3200400"/>
            <a:ext cx="56552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3734488">
            <a:off x="3840480" y="3337560"/>
            <a:ext cx="98165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779677">
            <a:off x="4297680" y="2468880"/>
            <a:ext cx="609981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779677">
            <a:off x="4892040" y="2331720"/>
            <a:ext cx="609981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2880767">
            <a:off x="5486400" y="2194560"/>
            <a:ext cx="6151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895885">
            <a:off x="5897880" y="1737360"/>
            <a:ext cx="70976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842175">
            <a:off x="6583680" y="1554480"/>
            <a:ext cx="56552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2471156">
            <a:off x="7132320" y="1417320"/>
            <a:ext cx="48601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725685">
            <a:off x="7498080" y="1097280"/>
            <a:ext cx="654611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567739">
            <a:off x="8138160" y="960120"/>
            <a:ext cx="55620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370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" y="4681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and alert triage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manually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97480" y="4370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97480" y="4681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prescriptive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297680" y="4370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0" y="4681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 for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897880" y="4370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97880" y="4681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Goal-driven agents that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act, and resolve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498080" y="4370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0" y="4681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collaborating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humans at scale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709160" y="2148840"/>
            <a:ext cx="365760" cy="365760"/>
          </a:xfrm>
          <a:prstGeom prst="ellipse">
            <a:avLst/>
          </a:prstGeom>
          <a:solidFill>
            <a:srgbClr val="C8E60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091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 rot="-2100000">
            <a:off x="5029200" y="2103120"/>
            <a:ext cx="1097280" cy="0"/>
          </a:xfrm>
          <a:prstGeom prst="line">
            <a:avLst/>
          </a:prstGeom>
          <a:noFill/>
          <a:ln w="25400">
            <a:solidFill>
              <a:srgbClr val="6B6B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9440" y="2743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C8E600"/>
          </a:solidFill>
          <a:ln/>
        </p:spPr>
      </p:sp>
      <p:sp>
        <p:nvSpPr>
          <p:cNvPr id="43" name="Text 41"/>
          <p:cNvSpPr/>
          <p:nvPr/>
        </p:nvSpPr>
        <p:spPr>
          <a:xfrm>
            <a:off x="6949440" y="274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accelerates every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from copilot → workforce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343400" y="2606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Whatnot ●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89320" y="1783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Coinbase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589520" y="47731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8E600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to AI for Prod</dc:title>
  <dc:subject>PptxGenJS Presentation</dc:subject>
  <dc:creator>Resolve AI</dc:creator>
  <cp:lastModifiedBy>Resolve AI</cp:lastModifiedBy>
  <cp:revision>1</cp:revision>
  <dcterms:created xsi:type="dcterms:W3CDTF">2026-04-13T16:35:52Z</dcterms:created>
  <dcterms:modified xsi:type="dcterms:W3CDTF">2026-04-13T16:35:52Z</dcterms:modified>
</cp:coreProperties>
</file>