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Ceiling of coding agents in production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12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5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50% is where all the hard engineering problems live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46720" y="1371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C8E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1371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vs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Buy?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2849270" cy="3108960"/>
          </a:xfrm>
          <a:prstGeom prst="rect">
            <a:avLst/>
          </a:prstGeom>
          <a:solidFill>
            <a:srgbClr val="F0F5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2230" y="1051560"/>
            <a:ext cx="4648810" cy="3108960"/>
          </a:xfrm>
          <a:prstGeom prst="rect">
            <a:avLst/>
          </a:prstGeom>
          <a:solidFill>
            <a:srgbClr val="F8E8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051560"/>
            <a:ext cx="7498080" cy="3108960"/>
          </a:xfrm>
          <a:prstGeom prst="rect">
            <a:avLst/>
          </a:prstGeom>
          <a:ln w="12700">
            <a:solidFill>
              <a:srgbClr val="B8B0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72230" y="1051560"/>
            <a:ext cx="0" cy="3108960"/>
          </a:xfrm>
          <a:prstGeom prst="line">
            <a:avLst/>
          </a:prstGeom>
          <a:noFill/>
          <a:ln w="12700">
            <a:solidFill>
              <a:srgbClr val="A8A09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60120" y="1124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9390" y="1124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5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1005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4023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 rot="16200000">
            <a:off x="45720" y="224028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42336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/ Complexity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2606040"/>
            <a:ext cx="7498080" cy="0"/>
          </a:xfrm>
          <a:prstGeom prst="line">
            <a:avLst/>
          </a:prstGeom>
          <a:noFill/>
          <a:ln w="9525">
            <a:solidFill>
              <a:srgbClr val="C0BAA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22960" y="4160520"/>
            <a:ext cx="374904" cy="-466344"/>
          </a:xfrm>
          <a:prstGeom prst="line">
            <a:avLst/>
          </a:prstGeom>
          <a:noFill/>
          <a:ln w="44450">
            <a:solidFill>
              <a:srgbClr val="7AAE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97864" y="3694176"/>
            <a:ext cx="374904" cy="-404165"/>
          </a:xfrm>
          <a:prstGeom prst="line">
            <a:avLst/>
          </a:prstGeom>
          <a:noFill/>
          <a:ln w="44450">
            <a:solidFill>
              <a:srgbClr val="7AAE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72768" y="3290011"/>
            <a:ext cx="374904" cy="-373075"/>
          </a:xfrm>
          <a:prstGeom prst="line">
            <a:avLst/>
          </a:prstGeom>
          <a:noFill/>
          <a:ln w="44450">
            <a:solidFill>
              <a:srgbClr val="7AAE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7672" y="2916936"/>
            <a:ext cx="374904" cy="-248717"/>
          </a:xfrm>
          <a:prstGeom prst="line">
            <a:avLst/>
          </a:prstGeom>
          <a:noFill/>
          <a:ln w="44450">
            <a:solidFill>
              <a:srgbClr val="7AAE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22576" y="2668219"/>
            <a:ext cx="374904" cy="-155448"/>
          </a:xfrm>
          <a:prstGeom prst="line">
            <a:avLst/>
          </a:prstGeom>
          <a:noFill/>
          <a:ln w="44450">
            <a:solidFill>
              <a:srgbClr val="7AAE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7480" y="2512771"/>
            <a:ext cx="374904" cy="-93269"/>
          </a:xfrm>
          <a:prstGeom prst="line">
            <a:avLst/>
          </a:prstGeom>
          <a:noFill/>
          <a:ln w="44450">
            <a:solidFill>
              <a:srgbClr val="7AAE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72384" y="2419502"/>
            <a:ext cx="374904" cy="-62179"/>
          </a:xfrm>
          <a:prstGeom prst="line">
            <a:avLst/>
          </a:prstGeom>
          <a:noFill/>
          <a:ln w="44450">
            <a:solidFill>
              <a:srgbClr val="7AAE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7288" y="2357323"/>
            <a:ext cx="224942" cy="-31090"/>
          </a:xfrm>
          <a:prstGeom prst="line">
            <a:avLst/>
          </a:prstGeom>
          <a:noFill/>
          <a:ln w="44450">
            <a:solidFill>
              <a:srgbClr val="7AAE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9850" y="2946197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7A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coding agents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b="1" i="1" dirty="0">
                <a:solidFill>
                  <a:srgbClr val="7AA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 here 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80790" y="2234794"/>
            <a:ext cx="182880" cy="182880"/>
          </a:xfrm>
          <a:prstGeom prst="ellipse">
            <a:avLst/>
          </a:prstGeom>
          <a:solidFill>
            <a:srgbClr val="7AAE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2230" y="2326234"/>
            <a:ext cx="524866" cy="-93269"/>
          </a:xfrm>
          <a:prstGeom prst="line">
            <a:avLst/>
          </a:prstGeom>
          <a:noFill/>
          <a:ln w="44450">
            <a:solidFill>
              <a:srgbClr val="D050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97096" y="2232965"/>
            <a:ext cx="524866" cy="-93269"/>
          </a:xfrm>
          <a:prstGeom prst="line">
            <a:avLst/>
          </a:prstGeom>
          <a:noFill/>
          <a:ln w="44450">
            <a:solidFill>
              <a:srgbClr val="D050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1962" y="2139696"/>
            <a:ext cx="599846" cy="-93269"/>
          </a:xfrm>
          <a:prstGeom prst="line">
            <a:avLst/>
          </a:prstGeom>
          <a:noFill/>
          <a:ln w="44450">
            <a:solidFill>
              <a:srgbClr val="D050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21808" y="2046427"/>
            <a:ext cx="749808" cy="-124358"/>
          </a:xfrm>
          <a:prstGeom prst="line">
            <a:avLst/>
          </a:prstGeom>
          <a:noFill/>
          <a:ln w="44450">
            <a:solidFill>
              <a:srgbClr val="D050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71616" y="1922069"/>
            <a:ext cx="749808" cy="-124358"/>
          </a:xfrm>
          <a:prstGeom prst="line">
            <a:avLst/>
          </a:prstGeom>
          <a:noFill/>
          <a:ln w="44450">
            <a:solidFill>
              <a:srgbClr val="D050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21424" y="1797710"/>
            <a:ext cx="749808" cy="-124358"/>
          </a:xfrm>
          <a:prstGeom prst="line">
            <a:avLst/>
          </a:prstGeom>
          <a:noFill/>
          <a:ln w="44450">
            <a:solidFill>
              <a:srgbClr val="D050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71232" y="1673352"/>
            <a:ext cx="749808" cy="-93269"/>
          </a:xfrm>
          <a:prstGeom prst="line">
            <a:avLst/>
          </a:prstGeom>
          <a:noFill/>
          <a:ln w="44450">
            <a:solidFill>
              <a:srgbClr val="D050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99078" y="2253082"/>
            <a:ext cx="146304" cy="146304"/>
          </a:xfrm>
          <a:prstGeom prst="ellipse">
            <a:avLst/>
          </a:prstGeom>
          <a:solidFill>
            <a:srgbClr val="D0503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13378" y="2383841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503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713378" y="2383841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05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reasoning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12918" y="2197303"/>
            <a:ext cx="14173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0503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12918" y="2197303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05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context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05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production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13378" y="2850185"/>
            <a:ext cx="14173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0503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713378" y="2850185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05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not trained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05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domain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737860" y="2694737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503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737860" y="2694737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05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maintenance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713378" y="3316529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503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713378" y="3316529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05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eval harness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737860" y="3223260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0503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0">
                <a:alpha val="7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737860" y="32232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05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explosion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are you evaluating build vs buy?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2026-04-16T17:45:03Z</dcterms:created>
  <dcterms:modified xsi:type="dcterms:W3CDTF">2026-04-16T17:45:03Z</dcterms:modified>
</cp:coreProperties>
</file>